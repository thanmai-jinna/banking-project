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Banking Management System with Transaction Logs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Developed By: Thanmai Jinna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Java (Core + JDBC)</a:t>
            </a:r>
          </a:p>
          <a:p>
            <a:r>
              <a:t>• MySQL Database</a:t>
            </a:r>
          </a:p>
          <a:p>
            <a:r>
              <a:t>• Maven for Dependency Management</a:t>
            </a:r>
          </a:p>
          <a:p>
            <a:r>
              <a:t>• Logging (java.util.logging)</a:t>
            </a:r>
          </a:p>
          <a:p>
            <a:r>
              <a:t>• Exception Handling</a:t>
            </a:r>
          </a:p>
          <a:p>
            <a:r>
              <a:t>• Testing (JUnit)</a:t>
            </a:r>
          </a:p>
          <a:p>
            <a:r>
              <a:t>• db.properties for secure DB connection</a:t>
            </a:r>
          </a:p>
          <a:p>
            <a:r>
              <a:t>• IntelliJ IDEA as 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600"/>
            </a:pPr>
            <a:r>
              <a:t>Objective:</a:t>
            </a:r>
          </a:p>
          <a:p>
            <a:pPr>
              <a:defRPr sz="1400"/>
            </a:pPr>
            <a:r>
              <a:t>The main objective of this project is to design a secure and efficient banking management system that handles customer details, accounts, and transaction records seamlessly while maintaining transaction logs for transparency.</a:t>
            </a:r>
          </a:p>
          <a:p>
            <a:br/>
            <a:pPr>
              <a:defRPr b="1" sz="1600"/>
            </a:pPr>
            <a:r>
              <a:t>Motivation:</a:t>
            </a:r>
          </a:p>
          <a:p>
            <a:pPr>
              <a:defRPr sz="1400"/>
            </a:pPr>
            <a:r>
              <a:t>With the growing importance of digital banking, a reliable and automated system is essential for managing customer data and ensuring accuracy in financial transactions. The project aims to replace manual record-keeping with a robust and error-free automated system.</a:t>
            </a:r>
          </a:p>
          <a:p>
            <a:br/>
            <a:pPr>
              <a:defRPr b="1" sz="1600"/>
            </a:pPr>
            <a:r>
              <a:t>Outcome:</a:t>
            </a:r>
          </a:p>
          <a:p>
            <a:pPr>
              <a:defRPr sz="1400"/>
            </a:pPr>
            <a:r>
              <a:t>The outcome of this project is a functional Java application that connects to a MySQL database using JDBC, supports customer account operations, and maintains transaction logs for all activities, enhancing reliability and accountability.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R_Diagram_Banking_System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94403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Customer and Account details displayed successfully</a:t>
            </a:r>
          </a:p>
          <a:p>
            <a:r>
              <a:t>• Transaction logs generated after each debit/credit</a:t>
            </a:r>
          </a:p>
          <a:p>
            <a:r>
              <a:t>• Database tables created automatically</a:t>
            </a:r>
          </a:p>
          <a:p>
            <a:r>
              <a:t>• Logging information stored in 'logs/banking.log'</a:t>
            </a:r>
          </a:p>
          <a:p/>
          <a:p>
            <a:r>
              <a:t>[Add screenshots here once available]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